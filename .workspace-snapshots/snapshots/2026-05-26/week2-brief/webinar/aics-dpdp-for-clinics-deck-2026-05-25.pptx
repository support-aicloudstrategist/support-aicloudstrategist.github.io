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DPDP for Indian Clinics: What You Must Do Before November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40-45 min presentation + 15-min Q&amp;A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Presenter: Anushka Bhattacharya, Director, AICloudStrategist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dental, diagnostic, aesthetic and medical clinic owners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 legal advice; practical operational readiness.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Who is Anushka and why this session exists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Director, AICloudStrategist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Helping Indian SMBs improve digital presence, automation and compliance hygiene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Early-stage brand: no invented case studies, no fake logos, no scare tactics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What you will leave with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simple DPDP readiness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map of where clinic data risk usually appears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14-day action plan you can start this week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Clarity on when to involve legal counsel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DPDP in one plain-English slide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Personal data is any information that can identify a person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 forms, WhatsApp, reports and staff devices create everyday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practical process beats copied policy text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Why November 2026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Clinics handle names, phones, health context and appointment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 forms, WhatsApp, reports and staff devices create everyday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practical process beats copied policy text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Penalty exposure without panic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The goal is trustworthy handling, not paperwork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 forms, WhatsApp, reports and staff devices create everyday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practical process beats copied policy text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Why clinics are uniquely exposed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Personal data is any information that can identify a person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 forms, WhatsApp, reports and staff devices create everyday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practical process beats copied policy text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The operating mindset: explain, limit, protect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Clinics handle names, phones, health context and appointment details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 forms, WhatsApp, reports and staff devices create everyday exposure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 practical process beats copied policy text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Website enquiry forms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WhatsApp appointment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Diagnostic reports and attachments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Practo/Justdial enquiry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Staff phone and spreadsheet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Patient correction/deletion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Privacy notice mismatch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data is collected here?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Is the purpose clear to the patient?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Who can access it and where is it stored?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What should be documented or fixed first?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14-day Sprint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1-2: data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3-4: forms and consent wording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5-6: privacy notice alignment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7-8: WhatsApp/report handling notes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9-10: staff instruction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Days 11-12: patient journey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 13: owner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Day 14: review and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Deliverables and ₹14,999 pricing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Practical readiness sprint, not legal certification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Founder-readable documents and checklists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Website/WhatsApp/process hygiene focus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Legal review recommended for final interpretation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Founder Customer offers may be discounted with explicit terms.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ROI frame: avoided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ROI frame: patient trust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ROI frame: fewer lost enquiries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Google and trust signals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Simple ROI calculator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What not to overclaim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When the numbers are insufficient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Avoid invented numbers; mark assumptions clearly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Trust signals can improve enquiry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Better follow-up captures value already being created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Use public data first, then owner review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Is this legal advice?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Can we still use WhatsApp?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Do small clinics need this?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What if staff use personal phones?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Do we need a cookie banner?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Q: What should we fix first?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Short answer: be practical and document the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Involve qualified legal counsel for legal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Start with data map, consent wording and access hygiene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Founder Customer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Who this is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What AICloudStrategist will not claim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Next step: free Lost-Lead Audit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Next step: DPDP Readiness Sprint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Anushka contact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3E"/>
                </a:solidFill>
              </a:rPr>
              <a:t>AICloudStrategist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</a:rPr>
              <a:t>Closing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For early clinics/labs that value honest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No fabricated case studies or fake client outcomes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Clear scope, practical pricing, money-back guarantee where offered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24A"/>
                </a:solidFill>
              </a:rPr>
              <a:t>• Contact: contact@aicloudstrategist.com · WhatsApp +91 87963 02608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Thank you — 15-min Q&amp;A starts now.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AICloudStrategist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DPDP for Indian Clinics: What You Must Do Before November 2026</dc:title>
  <dc:subject>DPDP for Indian Clinics</dc:subject>
  <dc:creator>AICloudStrategist</dc:creator>
  <cp:lastModifiedBy>AICloudStrategist</cp:lastModifiedBy>
  <cp:revision>1</cp:revision>
  <dcterms:created xsi:type="dcterms:W3CDTF">2026-05-25T08:26:07Z</dcterms:created>
  <dcterms:modified xsi:type="dcterms:W3CDTF">2026-05-25T08:26:07Z</dcterms:modified>
</cp:coreProperties>
</file>